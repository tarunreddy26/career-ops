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4617720"/>
          </a:xfrm>
          <a:prstGeom prst="roundRect">
            <a:avLst>
              <a:gd name="adj" fmla="val 2376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659109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796269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2000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72000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year-old woman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55144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5144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days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855144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abdominal pain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638288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638288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× 0.5 cm</a:t>
            </a:r>
            <a:endParaRPr lang="en-US" sz="4200" dirty="0"/>
          </a:p>
        </p:txBody>
      </p:sp>
      <p:sp>
        <p:nvSpPr>
          <p:cNvPr id="16" name="Text 13"/>
          <p:cNvSpPr/>
          <p:nvPr/>
        </p:nvSpPr>
        <p:spPr>
          <a:xfrm>
            <a:off x="1638288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2421432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421432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cm</a:t>
            </a:r>
            <a:endParaRPr lang="en-US" sz="4200" dirty="0"/>
          </a:p>
        </p:txBody>
      </p:sp>
      <p:sp>
        <p:nvSpPr>
          <p:cNvPr id="19" name="Text 16"/>
          <p:cNvSpPr/>
          <p:nvPr/>
        </p:nvSpPr>
        <p:spPr>
          <a:xfrm>
            <a:off x="2421432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to the IC junction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720000" y="1190278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1213776" y="1179306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3900" dirty="0"/>
          </a:p>
        </p:txBody>
      </p:sp>
      <p:sp>
        <p:nvSpPr>
          <p:cNvPr id="22" name="Text 19"/>
          <p:cNvSpPr/>
          <p:nvPr/>
        </p:nvSpPr>
        <p:spPr>
          <a:xfrm>
            <a:off x="756576" y="12542868"/>
            <a:ext cx="8339616" cy="554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initial manifestation is exceedingly rare.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represent the first presentation of metastatic malignancy.</a:t>
            </a:r>
            <a:endParaRPr lang="en-US" sz="3600" dirty="0"/>
          </a:p>
        </p:txBody>
      </p:sp>
      <p:sp>
        <p:nvSpPr>
          <p:cNvPr id="23" name="Shape 20"/>
          <p:cNvSpPr/>
          <p:nvPr/>
        </p:nvSpPr>
        <p:spPr>
          <a:xfrm>
            <a:off x="720000" y="1963861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4" name="Text 21"/>
          <p:cNvSpPr/>
          <p:nvPr/>
        </p:nvSpPr>
        <p:spPr>
          <a:xfrm>
            <a:off x="1213776" y="19528884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900" dirty="0"/>
          </a:p>
        </p:txBody>
      </p:sp>
      <p:sp>
        <p:nvSpPr>
          <p:cNvPr id="25" name="Text 22"/>
          <p:cNvSpPr/>
          <p:nvPr/>
        </p:nvSpPr>
        <p:spPr>
          <a:xfrm>
            <a:off x="756576" y="20278692"/>
            <a:ext cx="8339616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3600" dirty="0"/>
          </a:p>
        </p:txBody>
      </p:sp>
      <p:sp>
        <p:nvSpPr>
          <p:cNvPr id="26" name="Shape 23"/>
          <p:cNvSpPr/>
          <p:nvPr/>
        </p:nvSpPr>
        <p:spPr>
          <a:xfrm>
            <a:off x="720000" y="2672521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4"/>
          <p:cNvSpPr/>
          <p:nvPr/>
        </p:nvSpPr>
        <p:spPr>
          <a:xfrm>
            <a:off x="1213776" y="26615484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900" dirty="0"/>
          </a:p>
        </p:txBody>
      </p:sp>
      <p:sp>
        <p:nvSpPr>
          <p:cNvPr id="28" name="Text 25"/>
          <p:cNvSpPr/>
          <p:nvPr/>
        </p:nvSpPr>
        <p:spPr>
          <a:xfrm>
            <a:off x="756576" y="27365292"/>
            <a:ext cx="833961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3600" dirty="0"/>
          </a:p>
        </p:txBody>
      </p:sp>
      <p:sp>
        <p:nvSpPr>
          <p:cNvPr id="29" name="Shape 26"/>
          <p:cNvSpPr/>
          <p:nvPr/>
        </p:nvSpPr>
        <p:spPr>
          <a:xfrm>
            <a:off x="720000" y="315166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7"/>
          <p:cNvSpPr/>
          <p:nvPr/>
        </p:nvSpPr>
        <p:spPr>
          <a:xfrm>
            <a:off x="1213776" y="3140694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900" dirty="0"/>
          </a:p>
        </p:txBody>
      </p:sp>
      <p:sp>
        <p:nvSpPr>
          <p:cNvPr id="31" name="Text 28"/>
          <p:cNvSpPr/>
          <p:nvPr/>
        </p:nvSpPr>
        <p:spPr>
          <a:xfrm>
            <a:off x="756576" y="32156748"/>
            <a:ext cx="8339616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3600" dirty="0"/>
          </a:p>
        </p:txBody>
      </p:sp>
      <p:sp>
        <p:nvSpPr>
          <p:cNvPr id="32" name="Shape 29"/>
          <p:cNvSpPr/>
          <p:nvPr/>
        </p:nvSpPr>
        <p:spPr>
          <a:xfrm>
            <a:off x="23267232" y="756885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23761008" y="7459128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900" dirty="0"/>
          </a:p>
        </p:txBody>
      </p:sp>
      <p:sp>
        <p:nvSpPr>
          <p:cNvPr id="34" name="Text 31"/>
          <p:cNvSpPr/>
          <p:nvPr/>
        </p:nvSpPr>
        <p:spPr>
          <a:xfrm>
            <a:off x="23303808" y="8208936"/>
            <a:ext cx="8339616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of the ileal biopsy demonstrated metastatic deposits at the perforation site.</a:t>
            </a:r>
            <a:endParaRPr lang="en-US" sz="3600" dirty="0"/>
          </a:p>
        </p:txBody>
      </p:sp>
      <p:sp>
        <p:nvSpPr>
          <p:cNvPr id="35" name="Shape 32"/>
          <p:cNvSpPr/>
          <p:nvPr/>
        </p:nvSpPr>
        <p:spPr>
          <a:xfrm>
            <a:off x="23267232" y="1299901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6" name="Text 33"/>
          <p:cNvSpPr/>
          <p:nvPr/>
        </p:nvSpPr>
        <p:spPr>
          <a:xfrm>
            <a:off x="23761008" y="1288929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900" dirty="0"/>
          </a:p>
        </p:txBody>
      </p:sp>
      <p:sp>
        <p:nvSpPr>
          <p:cNvPr id="37" name="Text 34"/>
          <p:cNvSpPr/>
          <p:nvPr/>
        </p:nvSpPr>
        <p:spPr>
          <a:xfrm>
            <a:off x="23303808" y="13639098"/>
            <a:ext cx="8339616" cy="7735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highlights that an acute surgical abdomen may represent the first presentation of metastatic malignancy.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of the primary breast malignancy.</a:t>
            </a:r>
            <a:endParaRPr lang="en-US" sz="3600" dirty="0"/>
          </a:p>
        </p:txBody>
      </p:sp>
      <p:sp>
        <p:nvSpPr>
          <p:cNvPr id="38" name="Shape 35"/>
          <p:cNvSpPr/>
          <p:nvPr/>
        </p:nvSpPr>
        <p:spPr>
          <a:xfrm>
            <a:off x="23267232" y="22379388"/>
            <a:ext cx="8412768" cy="10308031"/>
          </a:xfrm>
          <a:prstGeom prst="roundRect">
            <a:avLst>
              <a:gd name="adj" fmla="val 1087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23559840" y="22973748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0" name="Text 37"/>
          <p:cNvSpPr/>
          <p:nvPr/>
        </p:nvSpPr>
        <p:spPr>
          <a:xfrm>
            <a:off x="24035328" y="22900596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3900" dirty="0"/>
          </a:p>
        </p:txBody>
      </p:sp>
      <p:sp>
        <p:nvSpPr>
          <p:cNvPr id="41" name="Text 38"/>
          <p:cNvSpPr/>
          <p:nvPr/>
        </p:nvSpPr>
        <p:spPr>
          <a:xfrm>
            <a:off x="23559840" y="23632116"/>
            <a:ext cx="7827552" cy="8625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3600" dirty="0"/>
          </a:p>
        </p:txBody>
      </p:sp>
      <p:sp>
        <p:nvSpPr>
          <p:cNvPr id="42" name="Shape 39"/>
          <p:cNvSpPr/>
          <p:nvPr/>
        </p:nvSpPr>
        <p:spPr>
          <a:xfrm>
            <a:off x="23267232" y="33783324"/>
            <a:ext cx="8412768" cy="7507956"/>
          </a:xfrm>
          <a:prstGeom prst="roundRect">
            <a:avLst>
              <a:gd name="adj" fmla="val 1218"/>
            </a:avLst>
          </a:prstGeom>
          <a:solidFill>
            <a:srgbClr val="12355B"/>
          </a:solidFill>
          <a:ln/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23559840" y="3437768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4" name="Text 41"/>
          <p:cNvSpPr/>
          <p:nvPr/>
        </p:nvSpPr>
        <p:spPr>
          <a:xfrm>
            <a:off x="24035328" y="34304532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900" dirty="0"/>
          </a:p>
        </p:txBody>
      </p:sp>
      <p:sp>
        <p:nvSpPr>
          <p:cNvPr id="45" name="Text 42"/>
          <p:cNvSpPr/>
          <p:nvPr/>
        </p:nvSpPr>
        <p:spPr>
          <a:xfrm>
            <a:off x="23559840" y="35036052"/>
            <a:ext cx="7827552" cy="5825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36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3600" dirty="0"/>
          </a:p>
        </p:txBody>
      </p:sp>
      <p:sp>
        <p:nvSpPr>
          <p:cNvPr id="46" name="Shape 43"/>
          <p:cNvSpPr/>
          <p:nvPr/>
        </p:nvSpPr>
        <p:spPr>
          <a:xfrm>
            <a:off x="9589968" y="75505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7" name="Text 44"/>
          <p:cNvSpPr/>
          <p:nvPr/>
        </p:nvSpPr>
        <p:spPr>
          <a:xfrm>
            <a:off x="10047168" y="7477416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3900" dirty="0"/>
          </a:p>
        </p:txBody>
      </p:sp>
      <p:sp>
        <p:nvSpPr>
          <p:cNvPr id="48" name="Shape 45"/>
          <p:cNvSpPr/>
          <p:nvPr/>
        </p:nvSpPr>
        <p:spPr>
          <a:xfrm>
            <a:off x="9589968" y="8318664"/>
            <a:ext cx="13220064" cy="7914315"/>
          </a:xfrm>
          <a:prstGeom prst="roundRect">
            <a:avLst>
              <a:gd name="adj" fmla="val 1155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3157603" y="8592984"/>
            <a:ext cx="6084794" cy="6437376"/>
          </a:xfrm>
          <a:prstGeom prst="roundRect">
            <a:avLst>
              <a:gd name="adj" fmla="val 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0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1611" y="8656992"/>
            <a:ext cx="5956778" cy="6309360"/>
          </a:xfrm>
          <a:prstGeom prst="rect">
            <a:avLst/>
          </a:prstGeom>
        </p:spPr>
      </p:pic>
      <p:sp>
        <p:nvSpPr>
          <p:cNvPr id="51" name="Shape 47"/>
          <p:cNvSpPr/>
          <p:nvPr/>
        </p:nvSpPr>
        <p:spPr>
          <a:xfrm>
            <a:off x="13047875" y="848325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52" name="Text 48"/>
          <p:cNvSpPr/>
          <p:nvPr/>
        </p:nvSpPr>
        <p:spPr>
          <a:xfrm>
            <a:off x="13047875" y="8483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3" name="Text 49"/>
          <p:cNvSpPr/>
          <p:nvPr/>
        </p:nvSpPr>
        <p:spPr>
          <a:xfrm>
            <a:off x="9882576" y="1514008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16026264" y="1628784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5" name="Shape 51"/>
          <p:cNvSpPr/>
          <p:nvPr/>
        </p:nvSpPr>
        <p:spPr>
          <a:xfrm>
            <a:off x="9589968" y="16735899"/>
            <a:ext cx="13220064" cy="6359835"/>
          </a:xfrm>
          <a:prstGeom prst="roundRect">
            <a:avLst>
              <a:gd name="adj" fmla="val 1438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10871833" y="17010219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7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7074227"/>
            <a:ext cx="4120896" cy="475488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10762105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59" name="Text 54"/>
          <p:cNvSpPr/>
          <p:nvPr/>
        </p:nvSpPr>
        <p:spPr>
          <a:xfrm>
            <a:off x="10762105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60" name="Shape 55"/>
          <p:cNvSpPr/>
          <p:nvPr/>
        </p:nvSpPr>
        <p:spPr>
          <a:xfrm>
            <a:off x="15623665" y="17010219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1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7074227"/>
            <a:ext cx="5776486" cy="475488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15513937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63" name="Text 57"/>
          <p:cNvSpPr/>
          <p:nvPr/>
        </p:nvSpPr>
        <p:spPr>
          <a:xfrm>
            <a:off x="15513937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64" name="Text 58"/>
          <p:cNvSpPr/>
          <p:nvPr/>
        </p:nvSpPr>
        <p:spPr>
          <a:xfrm>
            <a:off x="9882576" y="22002843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  </a:t>
            </a:r>
            <a:pPr algn="ctr" indent="0" marL="0">
              <a:buNone/>
            </a:pPr>
            <a:r>
              <a:rPr lang="en-US" sz="20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[Additional Information: CT findings]</a:t>
            </a:r>
            <a:endParaRPr lang="en-US" sz="2000" dirty="0"/>
          </a:p>
        </p:txBody>
      </p:sp>
      <p:sp>
        <p:nvSpPr>
          <p:cNvPr id="65" name="Shape 59"/>
          <p:cNvSpPr/>
          <p:nvPr/>
        </p:nvSpPr>
        <p:spPr>
          <a:xfrm>
            <a:off x="16026264" y="2315059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66" name="Shape 60"/>
          <p:cNvSpPr/>
          <p:nvPr/>
        </p:nvSpPr>
        <p:spPr>
          <a:xfrm>
            <a:off x="9589968" y="23598654"/>
            <a:ext cx="13220064" cy="8188635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67" name="Shape 61"/>
          <p:cNvSpPr/>
          <p:nvPr/>
        </p:nvSpPr>
        <p:spPr>
          <a:xfrm>
            <a:off x="14371473" y="23872974"/>
            <a:ext cx="3657054" cy="6711696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8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35481" y="23936982"/>
            <a:ext cx="3529038" cy="6583680"/>
          </a:xfrm>
          <a:prstGeom prst="rect">
            <a:avLst/>
          </a:prstGeom>
        </p:spPr>
      </p:pic>
      <p:sp>
        <p:nvSpPr>
          <p:cNvPr id="69" name="Shape 62"/>
          <p:cNvSpPr/>
          <p:nvPr/>
        </p:nvSpPr>
        <p:spPr>
          <a:xfrm>
            <a:off x="14261745" y="2376324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70" name="Text 63"/>
          <p:cNvSpPr/>
          <p:nvPr/>
        </p:nvSpPr>
        <p:spPr>
          <a:xfrm>
            <a:off x="14261745" y="2376324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71" name="Text 64"/>
          <p:cNvSpPr/>
          <p:nvPr/>
        </p:nvSpPr>
        <p:spPr>
          <a:xfrm>
            <a:off x="9882576" y="3069439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2000" dirty="0"/>
          </a:p>
        </p:txBody>
      </p:sp>
      <p:sp>
        <p:nvSpPr>
          <p:cNvPr id="72" name="Shape 65"/>
          <p:cNvSpPr/>
          <p:nvPr/>
        </p:nvSpPr>
        <p:spPr>
          <a:xfrm>
            <a:off x="16026264" y="3184215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73" name="Shape 66"/>
          <p:cNvSpPr/>
          <p:nvPr/>
        </p:nvSpPr>
        <p:spPr>
          <a:xfrm>
            <a:off x="9589968" y="32290209"/>
            <a:ext cx="13220064" cy="9001071"/>
          </a:xfrm>
          <a:prstGeom prst="roundRect">
            <a:avLst>
              <a:gd name="adj" fmla="val 101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74" name="Shape 67"/>
          <p:cNvSpPr/>
          <p:nvPr/>
        </p:nvSpPr>
        <p:spPr>
          <a:xfrm>
            <a:off x="9910008" y="32564529"/>
            <a:ext cx="12579984" cy="7524132"/>
          </a:xfrm>
          <a:prstGeom prst="roundRect">
            <a:avLst>
              <a:gd name="adj" fmla="val 7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75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4016" y="32628537"/>
            <a:ext cx="12451968" cy="7396116"/>
          </a:xfrm>
          <a:prstGeom prst="rect">
            <a:avLst/>
          </a:prstGeom>
        </p:spPr>
      </p:pic>
      <p:sp>
        <p:nvSpPr>
          <p:cNvPr id="76" name="Shape 68"/>
          <p:cNvSpPr/>
          <p:nvPr/>
        </p:nvSpPr>
        <p:spPr>
          <a:xfrm>
            <a:off x="9800280" y="3245480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77" name="Text 69"/>
          <p:cNvSpPr/>
          <p:nvPr/>
        </p:nvSpPr>
        <p:spPr>
          <a:xfrm>
            <a:off x="9800280" y="3245480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78" name="Text 70"/>
          <p:cNvSpPr/>
          <p:nvPr/>
        </p:nvSpPr>
        <p:spPr>
          <a:xfrm>
            <a:off x="9882576" y="40198389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2000" dirty="0"/>
          </a:p>
        </p:txBody>
      </p:sp>
      <p:sp>
        <p:nvSpPr>
          <p:cNvPr id="79" name="Shape 71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80" name="Text 72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81" name="Text 73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2026-07-20T23:19:29Z</dcterms:created>
  <dcterms:modified xsi:type="dcterms:W3CDTF">2026-07-20T23:19:29Z</dcterms:modified>
</cp:coreProperties>
</file>