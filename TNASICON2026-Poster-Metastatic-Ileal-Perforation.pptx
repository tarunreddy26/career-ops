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5212080"/>
          </a:xfrm>
          <a:prstGeom prst="roundRect">
            <a:avLst>
              <a:gd name="adj" fmla="val 2105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012608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149768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1001150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6"/>
          <p:cNvSpPr/>
          <p:nvPr/>
        </p:nvSpPr>
        <p:spPr>
          <a:xfrm>
            <a:off x="1213776" y="990177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100" dirty="0"/>
          </a:p>
        </p:txBody>
      </p:sp>
      <p:sp>
        <p:nvSpPr>
          <p:cNvPr id="10" name="Text 7"/>
          <p:cNvSpPr/>
          <p:nvPr/>
        </p:nvSpPr>
        <p:spPr>
          <a:xfrm>
            <a:off x="756576" y="10651584"/>
            <a:ext cx="8339616" cy="5815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initial manifestation is exceedingly rare.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represent the first presentation of metastatic malignancy.</a:t>
            </a:r>
            <a:endParaRPr lang="en-US" sz="3800" dirty="0"/>
          </a:p>
        </p:txBody>
      </p:sp>
      <p:sp>
        <p:nvSpPr>
          <p:cNvPr id="11" name="Shape 8"/>
          <p:cNvSpPr/>
          <p:nvPr/>
        </p:nvSpPr>
        <p:spPr>
          <a:xfrm>
            <a:off x="720000" y="1802164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9"/>
          <p:cNvSpPr/>
          <p:nvPr/>
        </p:nvSpPr>
        <p:spPr>
          <a:xfrm>
            <a:off x="1213776" y="1791192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4100" dirty="0"/>
          </a:p>
        </p:txBody>
      </p:sp>
      <p:sp>
        <p:nvSpPr>
          <p:cNvPr id="13" name="Text 10"/>
          <p:cNvSpPr/>
          <p:nvPr/>
        </p:nvSpPr>
        <p:spPr>
          <a:xfrm>
            <a:off x="756576" y="18661728"/>
            <a:ext cx="8339616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3800" dirty="0"/>
          </a:p>
        </p:txBody>
      </p:sp>
      <p:sp>
        <p:nvSpPr>
          <p:cNvPr id="14" name="Shape 11"/>
          <p:cNvSpPr/>
          <p:nvPr/>
        </p:nvSpPr>
        <p:spPr>
          <a:xfrm>
            <a:off x="720000" y="2593120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13776" y="2582148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4100" dirty="0"/>
          </a:p>
        </p:txBody>
      </p:sp>
      <p:sp>
        <p:nvSpPr>
          <p:cNvPr id="16" name="Text 13"/>
          <p:cNvSpPr/>
          <p:nvPr/>
        </p:nvSpPr>
        <p:spPr>
          <a:xfrm>
            <a:off x="756576" y="26571288"/>
            <a:ext cx="8339616" cy="3297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20000" y="3142370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5"/>
          <p:cNvSpPr/>
          <p:nvPr/>
        </p:nvSpPr>
        <p:spPr>
          <a:xfrm>
            <a:off x="1213776" y="3131397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4100" dirty="0"/>
          </a:p>
        </p:txBody>
      </p:sp>
      <p:sp>
        <p:nvSpPr>
          <p:cNvPr id="19" name="Text 16"/>
          <p:cNvSpPr/>
          <p:nvPr/>
        </p:nvSpPr>
        <p:spPr>
          <a:xfrm>
            <a:off x="756576" y="32063784"/>
            <a:ext cx="8339616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3800" dirty="0"/>
          </a:p>
        </p:txBody>
      </p:sp>
      <p:sp>
        <p:nvSpPr>
          <p:cNvPr id="20" name="Shape 17"/>
          <p:cNvSpPr/>
          <p:nvPr/>
        </p:nvSpPr>
        <p:spPr>
          <a:xfrm>
            <a:off x="23267232" y="64075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23761008" y="629784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4100" dirty="0"/>
          </a:p>
        </p:txBody>
      </p:sp>
      <p:sp>
        <p:nvSpPr>
          <p:cNvPr id="22" name="Text 19"/>
          <p:cNvSpPr/>
          <p:nvPr/>
        </p:nvSpPr>
        <p:spPr>
          <a:xfrm>
            <a:off x="23303808" y="7047648"/>
            <a:ext cx="8339616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of the ileal biopsy demonstrated metastatic deposits at the perforation site.</a:t>
            </a:r>
            <a:endParaRPr lang="en-US" sz="3800" dirty="0"/>
          </a:p>
        </p:txBody>
      </p:sp>
      <p:sp>
        <p:nvSpPr>
          <p:cNvPr id="23" name="Shape 20"/>
          <p:cNvSpPr/>
          <p:nvPr/>
        </p:nvSpPr>
        <p:spPr>
          <a:xfrm>
            <a:off x="23267232" y="1177372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4" name="Text 21"/>
          <p:cNvSpPr/>
          <p:nvPr/>
        </p:nvSpPr>
        <p:spPr>
          <a:xfrm>
            <a:off x="23761008" y="11663994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4100" dirty="0"/>
          </a:p>
        </p:txBody>
      </p:sp>
      <p:sp>
        <p:nvSpPr>
          <p:cNvPr id="25" name="Text 22"/>
          <p:cNvSpPr/>
          <p:nvPr/>
        </p:nvSpPr>
        <p:spPr>
          <a:xfrm>
            <a:off x="23303808" y="12413802"/>
            <a:ext cx="8339616" cy="8711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highlights that an acute surgical abdomen may represent the first presentation of metastatic malignancy.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of the primary breast malignancy.</a:t>
            </a:r>
            <a:endParaRPr lang="en-US" sz="3800" dirty="0"/>
          </a:p>
        </p:txBody>
      </p:sp>
      <p:sp>
        <p:nvSpPr>
          <p:cNvPr id="26" name="Shape 23"/>
          <p:cNvSpPr/>
          <p:nvPr/>
        </p:nvSpPr>
        <p:spPr>
          <a:xfrm>
            <a:off x="23267232" y="21882564"/>
            <a:ext cx="8412768" cy="10754258"/>
          </a:xfrm>
          <a:prstGeom prst="roundRect">
            <a:avLst>
              <a:gd name="adj" fmla="val 1087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3559840" y="22476924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8" name="Text 25"/>
          <p:cNvSpPr/>
          <p:nvPr/>
        </p:nvSpPr>
        <p:spPr>
          <a:xfrm>
            <a:off x="24035328" y="22403772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4100" dirty="0"/>
          </a:p>
        </p:txBody>
      </p:sp>
      <p:sp>
        <p:nvSpPr>
          <p:cNvPr id="29" name="Text 26"/>
          <p:cNvSpPr/>
          <p:nvPr/>
        </p:nvSpPr>
        <p:spPr>
          <a:xfrm>
            <a:off x="23559840" y="23135292"/>
            <a:ext cx="7827552" cy="907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3800" dirty="0"/>
          </a:p>
        </p:txBody>
      </p:sp>
      <p:sp>
        <p:nvSpPr>
          <p:cNvPr id="30" name="Shape 27"/>
          <p:cNvSpPr/>
          <p:nvPr/>
        </p:nvSpPr>
        <p:spPr>
          <a:xfrm>
            <a:off x="23267232" y="33485840"/>
            <a:ext cx="8412768" cy="7805440"/>
          </a:xfrm>
          <a:prstGeom prst="roundRect">
            <a:avLst>
              <a:gd name="adj" fmla="val 1171"/>
            </a:avLst>
          </a:prstGeom>
          <a:solidFill>
            <a:srgbClr val="12355B"/>
          </a:solidFill>
          <a:ln/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23559840" y="3408020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2" name="Text 29"/>
          <p:cNvSpPr/>
          <p:nvPr/>
        </p:nvSpPr>
        <p:spPr>
          <a:xfrm>
            <a:off x="24035328" y="34007048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100" dirty="0"/>
          </a:p>
        </p:txBody>
      </p:sp>
      <p:sp>
        <p:nvSpPr>
          <p:cNvPr id="33" name="Text 30"/>
          <p:cNvSpPr/>
          <p:nvPr/>
        </p:nvSpPr>
        <p:spPr>
          <a:xfrm>
            <a:off x="23559840" y="34738568"/>
            <a:ext cx="7827552" cy="612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38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8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3800" dirty="0"/>
          </a:p>
        </p:txBody>
      </p:sp>
      <p:sp>
        <p:nvSpPr>
          <p:cNvPr id="34" name="Shape 31"/>
          <p:cNvSpPr/>
          <p:nvPr/>
        </p:nvSpPr>
        <p:spPr>
          <a:xfrm>
            <a:off x="9589968" y="638928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5" name="Text 32"/>
          <p:cNvSpPr/>
          <p:nvPr/>
        </p:nvSpPr>
        <p:spPr>
          <a:xfrm>
            <a:off x="10047168" y="6316128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4100" dirty="0"/>
          </a:p>
        </p:txBody>
      </p:sp>
      <p:sp>
        <p:nvSpPr>
          <p:cNvPr id="36" name="Shape 33"/>
          <p:cNvSpPr/>
          <p:nvPr/>
        </p:nvSpPr>
        <p:spPr>
          <a:xfrm>
            <a:off x="9589968" y="7157376"/>
            <a:ext cx="13220064" cy="7536298"/>
          </a:xfrm>
          <a:prstGeom prst="roundRect">
            <a:avLst>
              <a:gd name="adj" fmla="val 1213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9882576" y="8026877"/>
            <a:ext cx="5480483" cy="5797296"/>
          </a:xfrm>
          <a:prstGeom prst="roundRect">
            <a:avLst>
              <a:gd name="adj" fmla="val 100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38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6584" y="8090885"/>
            <a:ext cx="5352467" cy="566928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5774539" y="7157376"/>
            <a:ext cx="6742885" cy="75362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21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>
            <a:off x="16026264" y="1474853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1" name="Shape 37"/>
          <p:cNvSpPr/>
          <p:nvPr/>
        </p:nvSpPr>
        <p:spPr>
          <a:xfrm>
            <a:off x="9589968" y="15196594"/>
            <a:ext cx="13220064" cy="7481434"/>
          </a:xfrm>
          <a:prstGeom prst="roundRect">
            <a:avLst>
              <a:gd name="adj" fmla="val 1222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10871833" y="15470914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3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5534922"/>
            <a:ext cx="4120896" cy="47548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15623665" y="15470914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5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5534922"/>
            <a:ext cx="5776486" cy="475488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9882576" y="20463538"/>
            <a:ext cx="12634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21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2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21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  </a:t>
            </a:r>
            <a:pPr algn="ctr" indent="0" marL="0">
              <a:buNone/>
            </a:pPr>
            <a:r>
              <a:rPr lang="en-US" sz="21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[Additional Information: CT findings]</a:t>
            </a:r>
            <a:endParaRPr lang="en-US" sz="2100" dirty="0"/>
          </a:p>
        </p:txBody>
      </p:sp>
      <p:sp>
        <p:nvSpPr>
          <p:cNvPr id="47" name="Shape 41"/>
          <p:cNvSpPr/>
          <p:nvPr/>
        </p:nvSpPr>
        <p:spPr>
          <a:xfrm>
            <a:off x="16026264" y="22732892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8" name="Shape 42"/>
          <p:cNvSpPr/>
          <p:nvPr/>
        </p:nvSpPr>
        <p:spPr>
          <a:xfrm>
            <a:off x="9589968" y="23180948"/>
            <a:ext cx="13220064" cy="7810618"/>
          </a:xfrm>
          <a:prstGeom prst="roundRect">
            <a:avLst>
              <a:gd name="adj" fmla="val 1171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9" name="Shape 43"/>
          <p:cNvSpPr/>
          <p:nvPr/>
        </p:nvSpPr>
        <p:spPr>
          <a:xfrm>
            <a:off x="9882576" y="24050450"/>
            <a:ext cx="3313953" cy="6071616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0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584" y="24114458"/>
            <a:ext cx="3185937" cy="594360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13608009" y="23180948"/>
            <a:ext cx="8909415" cy="7810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21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2100" dirty="0"/>
          </a:p>
        </p:txBody>
      </p:sp>
      <p:sp>
        <p:nvSpPr>
          <p:cNvPr id="52" name="Shape 45"/>
          <p:cNvSpPr/>
          <p:nvPr/>
        </p:nvSpPr>
        <p:spPr>
          <a:xfrm>
            <a:off x="16026264" y="31046431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3" name="Shape 46"/>
          <p:cNvSpPr/>
          <p:nvPr/>
        </p:nvSpPr>
        <p:spPr>
          <a:xfrm>
            <a:off x="9589968" y="31494487"/>
            <a:ext cx="13220064" cy="9796793"/>
          </a:xfrm>
          <a:prstGeom prst="roundRect">
            <a:avLst>
              <a:gd name="adj" fmla="val 933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4" name="Shape 47"/>
          <p:cNvSpPr/>
          <p:nvPr/>
        </p:nvSpPr>
        <p:spPr>
          <a:xfrm>
            <a:off x="10184328" y="31768807"/>
            <a:ext cx="12031344" cy="7198255"/>
          </a:xfrm>
          <a:prstGeom prst="roundRect">
            <a:avLst>
              <a:gd name="adj" fmla="val 7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5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336" y="31832815"/>
            <a:ext cx="11903328" cy="7070239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9882576" y="39076790"/>
            <a:ext cx="12634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21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2100" dirty="0"/>
          </a:p>
        </p:txBody>
      </p:sp>
      <p:sp>
        <p:nvSpPr>
          <p:cNvPr id="57" name="Shape 49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58" name="Text 50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59" name="Text 51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2026-07-20T22:59:07Z</dcterms:created>
  <dcterms:modified xsi:type="dcterms:W3CDTF">2026-07-20T22:59:07Z</dcterms:modified>
</cp:coreProperties>
</file>